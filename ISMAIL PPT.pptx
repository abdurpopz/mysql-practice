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05346A92-3D17-4072-BAA9-DA15FE7B124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65E57A48-91FF-4213-BDE0-54FF0EBE4BD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346A92-3D17-4072-BAA9-DA15FE7B124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5E57A48-91FF-4213-BDE0-54FF0EBE4B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05346A92-3D17-4072-BAA9-DA15FE7B124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65E57A48-91FF-4213-BDE0-54FF0EBE4BD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346A92-3D17-4072-BAA9-DA15FE7B124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65E57A48-91FF-4213-BDE0-54FF0EBE4BD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346A92-3D17-4072-BAA9-DA15FE7B124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65E57A48-91FF-4213-BDE0-54FF0EBE4B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346A92-3D17-4072-BAA9-DA15FE7B124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5E57A48-91FF-4213-BDE0-54FF0EBE4BD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346A92-3D17-4072-BAA9-DA15FE7B124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5E57A48-91FF-4213-BDE0-54FF0EBE4B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05346A92-3D17-4072-BAA9-DA15FE7B124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65E57A48-91FF-4213-BDE0-54FF0EBE4BD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05346A92-3D17-4072-BAA9-DA15FE7B124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65E57A48-91FF-4213-BDE0-54FF0EBE4BD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346A92-3D17-4072-BAA9-DA15FE7B124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5E57A48-91FF-4213-BDE0-54FF0EBE4B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346A92-3D17-4072-BAA9-DA15FE7B124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5E57A48-91FF-4213-BDE0-54FF0EBE4B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05346A92-3D17-4072-BAA9-DA15FE7B124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65E57A48-91FF-4213-BDE0-54FF0EBE4BDC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800" dirty="0" smtClean="0"/>
              <a:t>S.SYED ISMAIL</a:t>
            </a:r>
            <a:br>
              <a:rPr lang="en-US" sz="2800" dirty="0" smtClean="0"/>
            </a:br>
            <a:r>
              <a:rPr lang="en-US" sz="2800" dirty="0" smtClean="0"/>
              <a:t>24UBBA042</a:t>
            </a:r>
            <a:br>
              <a:rPr lang="en-US" sz="2800" dirty="0" smtClean="0"/>
            </a:br>
            <a:r>
              <a:rPr lang="en-US" sz="2800" dirty="0" smtClean="0"/>
              <a:t>BBA GENERAL</a:t>
            </a:r>
            <a:br>
              <a:rPr lang="en-US" sz="2800" dirty="0" smtClean="0"/>
            </a:br>
            <a:r>
              <a:rPr lang="en-US" sz="2800" dirty="0" smtClean="0"/>
              <a:t>II YEAR IV SEMESTER</a:t>
            </a:r>
            <a:br>
              <a:rPr lang="en-US" sz="2800" dirty="0" smtClean="0"/>
            </a:br>
            <a:r>
              <a:rPr lang="en-US" sz="2800" dirty="0" smtClean="0"/>
              <a:t>RURAL ENTREPRENEURSHIP PROJECT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20" y="2819400"/>
            <a:ext cx="8408114" cy="3609996"/>
          </a:xfrm>
        </p:spPr>
        <p:txBody>
          <a:bodyPr/>
          <a:lstStyle/>
          <a:p>
            <a:pPr algn="ctr"/>
            <a:r>
              <a:rPr lang="en-US" dirty="0" smtClean="0"/>
              <a:t>CLUNY EMBROIDERY ARTS SOCIETY</a:t>
            </a:r>
          </a:p>
          <a:p>
            <a:pPr algn="ctr"/>
            <a:r>
              <a:rPr lang="en-US" dirty="0" smtClean="0"/>
              <a:t>46 RUE, ROMAIN ROLLAND ST, HOTEL,</a:t>
            </a:r>
          </a:p>
          <a:p>
            <a:pPr algn="ctr"/>
            <a:r>
              <a:rPr lang="en-US" dirty="0" smtClean="0"/>
              <a:t>LAGRENEE de MEZIERES</a:t>
            </a:r>
          </a:p>
          <a:p>
            <a:pPr algn="ctr"/>
            <a:r>
              <a:rPr lang="en-US" dirty="0" smtClean="0"/>
              <a:t>PUDUCHERRY - 605001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DAY 1 (4.12.2025)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US" dirty="0" smtClean="0"/>
              <a:t>The Cluny Embroidery Centre is a heart-warming institution</a:t>
            </a:r>
            <a:r>
              <a:rPr lang="en-US" dirty="0" smtClean="0"/>
              <a:t>.</a:t>
            </a:r>
          </a:p>
          <a:p>
            <a:pPr algn="l">
              <a:buFont typeface="Wingdings" pitchFamily="2" charset="2"/>
              <a:buChar char="Ø"/>
            </a:pPr>
            <a:r>
              <a:rPr lang="en-US" dirty="0" smtClean="0"/>
              <a:t>It </a:t>
            </a:r>
            <a:r>
              <a:rPr lang="en-US" dirty="0" smtClean="0"/>
              <a:t>is housed in an 18th-century heritage bungalow on Rue </a:t>
            </a:r>
            <a:r>
              <a:rPr lang="en-US" dirty="0" err="1" smtClean="0"/>
              <a:t>Romain</a:t>
            </a:r>
            <a:r>
              <a:rPr lang="en-US" dirty="0" smtClean="0"/>
              <a:t> Rolland</a:t>
            </a:r>
            <a:r>
              <a:rPr lang="en-US" dirty="0" smtClean="0"/>
              <a:t>.</a:t>
            </a:r>
          </a:p>
          <a:p>
            <a:pPr algn="l">
              <a:buFont typeface="Wingdings" pitchFamily="2" charset="2"/>
              <a:buChar char="Ø"/>
            </a:pPr>
            <a:r>
              <a:rPr lang="en-US" dirty="0" smtClean="0"/>
              <a:t>Women </a:t>
            </a:r>
            <a:r>
              <a:rPr lang="en-US" dirty="0" smtClean="0"/>
              <a:t>are involved in making crochet lace and hand-embroidered items</a:t>
            </a:r>
            <a:r>
              <a:rPr lang="en-US" dirty="0" smtClean="0"/>
              <a:t>.</a:t>
            </a:r>
          </a:p>
          <a:p>
            <a:pPr algn="l"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 smtClean="0"/>
              <a:t>centre is managed by a Catholic convent (Cluny Sisters).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1143000"/>
          </a:xfrm>
        </p:spPr>
        <p:txBody>
          <a:bodyPr/>
          <a:lstStyle/>
          <a:p>
            <a:pPr algn="ctr"/>
            <a:r>
              <a:rPr lang="en-US" dirty="0" smtClean="0"/>
              <a:t>DAY 2 (5.12.2025)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centre empowers women who are socially vulnerable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Women </a:t>
            </a:r>
            <a:r>
              <a:rPr lang="en-US" dirty="0" smtClean="0"/>
              <a:t>are paid for their embroidery work</a:t>
            </a:r>
            <a:r>
              <a:rPr lang="en-US" dirty="0" smtClean="0"/>
              <a:t>.</a:t>
            </a:r>
          </a:p>
          <a:p>
            <a:r>
              <a:rPr lang="en-US" dirty="0" smtClean="0"/>
              <a:t>Embroidery </a:t>
            </a:r>
            <a:r>
              <a:rPr lang="en-US" dirty="0" smtClean="0"/>
              <a:t>provides stable income and supports their families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</a:t>
            </a:r>
            <a:r>
              <a:rPr lang="en-US" dirty="0" smtClean="0"/>
              <a:t>is a social </a:t>
            </a:r>
            <a:r>
              <a:rPr lang="en-US" dirty="0" err="1" smtClean="0"/>
              <a:t>upliftment</a:t>
            </a:r>
            <a:r>
              <a:rPr lang="en-US" dirty="0" smtClean="0"/>
              <a:t> project focusing on education and skill training.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DAY 3 (6.12.2025)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building was originally owned by a French lawyer in the 18th century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</a:t>
            </a:r>
            <a:r>
              <a:rPr lang="en-US" dirty="0" smtClean="0"/>
              <a:t>was later donated to the Cluny Sisters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 smtClean="0"/>
              <a:t>sisters converted it into an embroidery and vocational training centre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Over </a:t>
            </a:r>
            <a:r>
              <a:rPr lang="en-US" dirty="0" smtClean="0"/>
              <a:t>25 years, it has supported hundreds of underprivileged women.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DAY 4 (12.12.2025)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Visitors can observe artisans doing traditional hand embroidery</a:t>
            </a:r>
            <a:r>
              <a:rPr lang="en-US" dirty="0" smtClean="0"/>
              <a:t>.</a:t>
            </a:r>
          </a:p>
          <a:p>
            <a:r>
              <a:rPr lang="en-US" dirty="0" smtClean="0"/>
              <a:t>Around </a:t>
            </a:r>
            <a:r>
              <a:rPr lang="en-US" dirty="0" smtClean="0"/>
              <a:t>40–50 women work using needles and </a:t>
            </a:r>
            <a:r>
              <a:rPr lang="en-US" dirty="0" smtClean="0"/>
              <a:t>threads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Products </a:t>
            </a:r>
            <a:r>
              <a:rPr lang="en-US" dirty="0" smtClean="0"/>
              <a:t>include tablecloths, napkins, bed linen, cushion covers, curtains, wall hangings, and handkerchiefs</a:t>
            </a:r>
            <a:r>
              <a:rPr lang="en-US" dirty="0" smtClean="0"/>
              <a:t>.</a:t>
            </a:r>
          </a:p>
          <a:p>
            <a:r>
              <a:rPr lang="en-US" dirty="0" smtClean="0"/>
              <a:t>All </a:t>
            </a:r>
            <a:r>
              <a:rPr lang="en-US" dirty="0" smtClean="0"/>
              <a:t>items are hand-stitched, sold on-site, and are ideal souvenirs or gifts.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DAY 5 (13.12.2025)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centre includes widows and survivors of domestic violence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A </a:t>
            </a:r>
            <a:r>
              <a:rPr lang="en-US" dirty="0" smtClean="0"/>
              <a:t>key aim is to preserve the craft of traditional hand embroidery</a:t>
            </a:r>
            <a:r>
              <a:rPr lang="en-US" dirty="0" smtClean="0"/>
              <a:t>.</a:t>
            </a:r>
          </a:p>
          <a:p>
            <a:r>
              <a:rPr lang="en-US" dirty="0" smtClean="0"/>
              <a:t>Special </a:t>
            </a:r>
            <a:r>
              <a:rPr lang="en-US" dirty="0" smtClean="0"/>
              <a:t>focus is given to fine needlework techniques introduced by the founder.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DAY 6 (16.12.2025)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Short workshops (1–3 days) covering intro stitches, sample projects, and tourist-friendly sessions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Certificate </a:t>
            </a:r>
            <a:r>
              <a:rPr lang="en-US" dirty="0" smtClean="0"/>
              <a:t>courses (1–3 months) from foundation to intermediate embroidery levels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Training </a:t>
            </a:r>
            <a:r>
              <a:rPr lang="en-US" dirty="0" smtClean="0"/>
              <a:t>includes </a:t>
            </a:r>
            <a:r>
              <a:rPr lang="en-US" dirty="0" err="1" smtClean="0"/>
              <a:t>colour</a:t>
            </a:r>
            <a:r>
              <a:rPr lang="en-US" dirty="0" smtClean="0"/>
              <a:t> theory and finishing techniques.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DAY 7 (17.12.2025)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Legal and ethical considerations are emphasized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Intellectual </a:t>
            </a:r>
            <a:r>
              <a:rPr lang="en-US" dirty="0" smtClean="0"/>
              <a:t>property protection is ensured to avoid cultural appropriation, with proper attribution of local designs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Labour</a:t>
            </a:r>
            <a:r>
              <a:rPr lang="en-US" dirty="0" smtClean="0"/>
              <a:t> </a:t>
            </a:r>
            <a:r>
              <a:rPr lang="en-US" dirty="0" smtClean="0"/>
              <a:t>standards are maintained: fair wages, no child </a:t>
            </a:r>
            <a:r>
              <a:rPr lang="en-US" dirty="0" err="1" smtClean="0"/>
              <a:t>labour</a:t>
            </a:r>
            <a:r>
              <a:rPr lang="en-US" dirty="0" smtClean="0"/>
              <a:t>, and safe working hours. </a:t>
            </a:r>
            <a:endParaRPr lang="en-US" dirty="0" smtClean="0"/>
          </a:p>
          <a:p>
            <a:r>
              <a:rPr lang="en-US" dirty="0" smtClean="0"/>
              <a:t>H</a:t>
            </a:r>
            <a:r>
              <a:rPr lang="en-US" dirty="0" smtClean="0"/>
              <a:t>eavy </a:t>
            </a:r>
            <a:r>
              <a:rPr lang="en-US" dirty="0" smtClean="0"/>
              <a:t>reliance on grants may be unsustainable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Younger </a:t>
            </a:r>
            <a:r>
              <a:rPr lang="en-US" dirty="0" smtClean="0"/>
              <a:t>generations may not continue the craft without livelihood incentives.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DAY 8 (18.12.2025)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Monitoring and Evaluation (M&amp;E) systems are </a:t>
            </a:r>
            <a:r>
              <a:rPr lang="en-US" dirty="0" smtClean="0"/>
              <a:t>followed.</a:t>
            </a:r>
          </a:p>
          <a:p>
            <a:r>
              <a:rPr lang="en-US" dirty="0" smtClean="0"/>
              <a:t>Key </a:t>
            </a:r>
            <a:r>
              <a:rPr lang="en-US" dirty="0" smtClean="0"/>
              <a:t>Performance Indicators (KPIs) include number of women trained, income increase per artisan, product unit sales, course completion rate, and repeat buyers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Feedback </a:t>
            </a:r>
            <a:r>
              <a:rPr lang="en-US" dirty="0" smtClean="0"/>
              <a:t>is collected through artisan committees, trainee feedback, and buyer reviews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 smtClean="0"/>
              <a:t>Compliance includes business registration, GST/tax rules, and FCRA norms if foreign funding is received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Market </a:t>
            </a:r>
            <a:r>
              <a:rPr lang="en-US" dirty="0" smtClean="0"/>
              <a:t>risk exists due to low demand for traditional styles if not adapted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Quality </a:t>
            </a:r>
            <a:r>
              <a:rPr lang="en-US" dirty="0" smtClean="0"/>
              <a:t>control is crucial, as inconsistent finishing can harm the brand image.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DAY 9 (19.12.2025)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Focus on marketing and sales strategies to expand reach of embroidered products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Products </a:t>
            </a:r>
            <a:r>
              <a:rPr lang="en-US" dirty="0" smtClean="0"/>
              <a:t>are sold through on-site shops, local craft markets, tourist outlets, and boutique consignments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Strong </a:t>
            </a:r>
            <a:r>
              <a:rPr lang="en-US" dirty="0" smtClean="0"/>
              <a:t>online presence through a website with e-commerce support and </a:t>
            </a:r>
            <a:r>
              <a:rPr lang="en-US" dirty="0" err="1" smtClean="0"/>
              <a:t>Instagram</a:t>
            </a:r>
            <a:r>
              <a:rPr lang="en-US" dirty="0" smtClean="0"/>
              <a:t> promotion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Microfinance </a:t>
            </a:r>
            <a:r>
              <a:rPr lang="en-US" dirty="0" smtClean="0"/>
              <a:t>linkages support artisans with funds for tools, raw materials, and working capital.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DAY 10 (20.12.2025)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300" dirty="0" smtClean="0"/>
              <a:t>Emphasis on funding and long-term sustainability of the centre</a:t>
            </a:r>
            <a:r>
              <a:rPr lang="en-US" sz="2300" dirty="0" smtClean="0"/>
              <a:t>.</a:t>
            </a:r>
          </a:p>
          <a:p>
            <a:r>
              <a:rPr lang="en-US" sz="2300" dirty="0" smtClean="0"/>
              <a:t>Multiple </a:t>
            </a:r>
            <a:r>
              <a:rPr lang="en-US" sz="2300" dirty="0" smtClean="0"/>
              <a:t>revenue streams such as course fees, retail sales, commissions, B2B supply, and tourist workshops</a:t>
            </a:r>
            <a:r>
              <a:rPr lang="en-US" sz="2300" dirty="0" smtClean="0"/>
              <a:t>.</a:t>
            </a:r>
          </a:p>
          <a:p>
            <a:r>
              <a:rPr lang="en-US" sz="2300" dirty="0" smtClean="0"/>
              <a:t>Financial </a:t>
            </a:r>
            <a:r>
              <a:rPr lang="en-US" sz="2300" dirty="0" smtClean="0"/>
              <a:t>support through government craft grants, CSR funding, and cultural heritage grants</a:t>
            </a:r>
            <a:r>
              <a:rPr lang="en-US" sz="2300" dirty="0" smtClean="0"/>
              <a:t>.</a:t>
            </a:r>
          </a:p>
          <a:p>
            <a:r>
              <a:rPr lang="en-US" sz="2300" dirty="0" smtClean="0"/>
              <a:t>These </a:t>
            </a:r>
            <a:r>
              <a:rPr lang="en-US" sz="2300" dirty="0" smtClean="0"/>
              <a:t>funding sources help maintain operations and support artisan livelihoods</a:t>
            </a:r>
            <a:r>
              <a:rPr lang="en-US" sz="2300" dirty="0" smtClean="0"/>
              <a:t>.</a:t>
            </a:r>
          </a:p>
          <a:p>
            <a:r>
              <a:rPr lang="en-US" sz="2300" dirty="0" smtClean="0"/>
              <a:t> </a:t>
            </a:r>
            <a:r>
              <a:rPr lang="en-US" sz="2300" dirty="0" smtClean="0"/>
              <a:t>Storytelling is used to highlight craft heritage, artisan profiles, and production processes through videos</a:t>
            </a:r>
            <a:r>
              <a:rPr lang="en-US" sz="2300" dirty="0" smtClean="0"/>
              <a:t>.</a:t>
            </a:r>
          </a:p>
          <a:p>
            <a:r>
              <a:rPr lang="en-US" sz="2300" dirty="0" smtClean="0"/>
              <a:t>Use </a:t>
            </a:r>
            <a:r>
              <a:rPr lang="en-US" sz="2300" dirty="0" smtClean="0"/>
              <a:t>of certifications and labels such as handmade, fair trade, and care labels</a:t>
            </a:r>
            <a:r>
              <a:rPr lang="en-US" sz="2300" dirty="0" smtClean="0"/>
              <a:t>.</a:t>
            </a:r>
          </a:p>
          <a:p>
            <a:r>
              <a:rPr lang="en-US" sz="2300" dirty="0" smtClean="0"/>
              <a:t>Authenticity </a:t>
            </a:r>
            <a:r>
              <a:rPr lang="en-US" sz="2300" dirty="0" smtClean="0"/>
              <a:t>tags help build trust and ensure product credibility in the market.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31</TotalTime>
  <Words>649</Words>
  <Application>Microsoft Office PowerPoint</Application>
  <PresentationFormat>On-screen Show (4:3)</PresentationFormat>
  <Paragraphs>60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Foundry</vt:lpstr>
      <vt:lpstr>S.SYED ISMAIL 24UBBA042 BBA GENERAL II YEAR IV SEMESTER RURAL ENTREPRENEURSHIP PROJECT</vt:lpstr>
      <vt:lpstr> DAY 1 (4.12.2025)</vt:lpstr>
      <vt:lpstr>DAY 2 (5.12.2025)</vt:lpstr>
      <vt:lpstr>DAY 3 (6.12.2025)</vt:lpstr>
      <vt:lpstr>DAY 4 (12.12.2025)</vt:lpstr>
      <vt:lpstr>DAY 5 (13.12.2025)</vt:lpstr>
      <vt:lpstr>DAY 6 (16.12.2025)</vt:lpstr>
      <vt:lpstr>DAY 7 (17.12.2025)</vt:lpstr>
      <vt:lpstr>DAY 8 (18.12.2025)</vt:lpstr>
      <vt:lpstr>DAY 9 (19.12.2025)</vt:lpstr>
      <vt:lpstr>DAY 10 (20.12.2025)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S.SYED ISMAIL 24UBBA042 BBA GENERAL II YEAR IV SEMESTER RURAL ENTREPRENEURSHIP PROJECT</dc:title>
  <dc:creator>abdur rahaman khan</dc:creator>
  <cp:lastModifiedBy>abdur rahaman khan</cp:lastModifiedBy>
  <cp:revision>1</cp:revision>
  <dcterms:created xsi:type="dcterms:W3CDTF">2025-12-25T13:43:11Z</dcterms:created>
  <dcterms:modified xsi:type="dcterms:W3CDTF">2025-12-25T14:14:53Z</dcterms:modified>
</cp:coreProperties>
</file>